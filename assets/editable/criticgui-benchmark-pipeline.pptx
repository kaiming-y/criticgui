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459200" cy="7315200"/>
  <p:notesSz cx="7315200" cy="1645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46888"/>
            <a:ext cx="1572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CriticGUI benchmark construction from human demonstrations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563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whether an action is appropriate for its instruction and the actual GUI state.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404872" cy="4992624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36392" y="1554480"/>
            <a:ext cx="2404872" cy="4992624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1554480"/>
            <a:ext cx="2404872" cy="4992624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73936"/>
            <a:ext cx="292608" cy="292608"/>
          </a:xfrm>
          <a:prstGeom prst="ellipse">
            <a:avLst/>
          </a:prstGeom>
          <a:solidFill>
            <a:srgbClr val="376FA8"/>
          </a:solidFill>
          <a:ln w="12700">
            <a:solidFill>
              <a:srgbClr val="376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3544" y="1755648"/>
            <a:ext cx="1938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plan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00984" y="1773936"/>
            <a:ext cx="292608" cy="292608"/>
          </a:xfrm>
          <a:prstGeom prst="ellipse">
            <a:avLst/>
          </a:prstGeom>
          <a:solidFill>
            <a:srgbClr val="376FA8"/>
          </a:solidFill>
          <a:ln w="12700">
            <a:solidFill>
              <a:srgbClr val="376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94176" y="1755648"/>
            <a:ext cx="1938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demo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71616" y="1773936"/>
            <a:ext cx="292608" cy="292608"/>
          </a:xfrm>
          <a:prstGeom prst="ellipse">
            <a:avLst/>
          </a:prstGeom>
          <a:solidFill>
            <a:srgbClr val="376FA8"/>
          </a:solidFill>
          <a:ln w="12700">
            <a:solidFill>
              <a:srgbClr val="376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1755648"/>
            <a:ext cx="1938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each step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" y="230428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+ initial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MLLM draft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081528"/>
            <a:ext cx="1856232" cy="393192"/>
          </a:xfrm>
          <a:prstGeom prst="roundRect">
            <a:avLst>
              <a:gd name="adj" fmla="val 23256"/>
            </a:avLst>
          </a:prstGeom>
          <a:solidFill>
            <a:srgbClr val="EEF3FB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task goal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648456"/>
            <a:ext cx="1719072" cy="393192"/>
          </a:xfrm>
          <a:prstGeom prst="roundRect">
            <a:avLst>
              <a:gd name="adj" fmla="val 23256"/>
            </a:avLst>
          </a:prstGeom>
          <a:solidFill>
            <a:srgbClr val="F0EDFA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694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6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subtask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215384"/>
            <a:ext cx="1581912" cy="393192"/>
          </a:xfrm>
          <a:prstGeom prst="roundRect">
            <a:avLst>
              <a:gd name="adj" fmla="val 23256"/>
            </a:avLst>
          </a:prstGeom>
          <a:solidFill>
            <a:srgbClr val="EAF6F1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26110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· interaction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474720"/>
            <a:ext cx="0" cy="356616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831336"/>
            <a:ext cx="45720" cy="0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4041648"/>
            <a:ext cx="0" cy="365760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407408"/>
            <a:ext cx="54864" cy="0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5688" y="5047488"/>
            <a:ext cx="82296" cy="82296"/>
          </a:xfrm>
          <a:prstGeom prst="line">
            <a:avLst/>
          </a:prstGeom>
          <a:noFill/>
          <a:ln w="22860">
            <a:solidFill>
              <a:srgbClr val="2B87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57984" y="5129784"/>
            <a:ext cx="164592" cy="-210312"/>
          </a:xfrm>
          <a:prstGeom prst="line">
            <a:avLst/>
          </a:prstGeom>
          <a:noFill/>
          <a:ln w="22860">
            <a:solidFill>
              <a:srgbClr val="2B87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5394960"/>
            <a:ext cx="19751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correction fixes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order, details 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granularity.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438144" y="2441448"/>
            <a:ext cx="365760" cy="365760"/>
          </a:xfrm>
          <a:prstGeom prst="ellipse">
            <a:avLst/>
          </a:prstGeom>
          <a:solidFill>
            <a:srgbClr val="EEF3FB"/>
          </a:solidFill>
          <a:ln w="19050">
            <a:solidFill>
              <a:srgbClr val="376F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852928"/>
            <a:ext cx="566928" cy="557784"/>
          </a:xfrm>
          <a:prstGeom prst="roundRect">
            <a:avLst>
              <a:gd name="adj" fmla="val 16393"/>
            </a:avLst>
          </a:prstGeom>
          <a:solidFill>
            <a:srgbClr val="EEF3FB"/>
          </a:solidFill>
          <a:ln w="13970">
            <a:solidFill>
              <a:srgbClr val="8BAF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96512" y="2423160"/>
            <a:ext cx="1133856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3970">
            <a:solidFill>
              <a:srgbClr val="ACC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33088" y="2578608"/>
            <a:ext cx="1060704" cy="0"/>
          </a:xfrm>
          <a:prstGeom prst="line">
            <a:avLst/>
          </a:prstGeom>
          <a:noFill/>
          <a:ln w="22860">
            <a:solidFill>
              <a:srgbClr val="BCCB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8808" y="244602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06240" y="2752344"/>
            <a:ext cx="914400" cy="265176"/>
          </a:xfrm>
          <a:prstGeom prst="roundRect">
            <a:avLst>
              <a:gd name="adj" fmla="val 34483"/>
            </a:avLst>
          </a:prstGeom>
          <a:solidFill>
            <a:srgbClr val="F2F5F9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2788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44568" y="2788920"/>
            <a:ext cx="118872" cy="118872"/>
          </a:xfrm>
          <a:prstGeom prst="ellipse">
            <a:avLst/>
          </a:prstGeom>
          <a:solidFill>
            <a:srgbClr val="B95F55"/>
          </a:solidFill>
          <a:ln w="12700">
            <a:solidFill>
              <a:srgbClr val="B95F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1920" y="2980944"/>
            <a:ext cx="118872" cy="0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355848" y="376732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each atomic step.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all three levels visible.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355848" y="4791456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input events,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screenshots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action video.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126480" y="2423160"/>
            <a:ext cx="1947672" cy="832104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3970">
            <a:solidFill>
              <a:srgbClr val="ACC2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3056" y="2578608"/>
            <a:ext cx="1874520" cy="0"/>
          </a:xfrm>
          <a:prstGeom prst="line">
            <a:avLst/>
          </a:prstGeom>
          <a:noFill/>
          <a:ln w="22860">
            <a:solidFill>
              <a:srgbClr val="BCCB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776" y="2446020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36208" y="2752344"/>
            <a:ext cx="1728216" cy="265176"/>
          </a:xfrm>
          <a:prstGeom prst="roundRect">
            <a:avLst>
              <a:gd name="adj" fmla="val 34483"/>
            </a:avLst>
          </a:prstGeom>
          <a:solidFill>
            <a:srgbClr val="F2F5F9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278892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empty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95744" y="3346704"/>
            <a:ext cx="0" cy="274320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190488" y="3675888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“GUICritic”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95744" y="4242816"/>
            <a:ext cx="0" cy="274320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126480" y="4599432"/>
            <a:ext cx="1947672" cy="832104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3970">
            <a:solidFill>
              <a:srgbClr val="ACC2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3056" y="4754880"/>
            <a:ext cx="1874520" cy="0"/>
          </a:xfrm>
          <a:prstGeom prst="line">
            <a:avLst/>
          </a:prstGeom>
          <a:noFill/>
          <a:ln w="22860">
            <a:solidFill>
              <a:srgbClr val="BCCB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8776" y="462229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36208" y="4928616"/>
            <a:ext cx="1728216" cy="265176"/>
          </a:xfrm>
          <a:prstGeom prst="roundRect">
            <a:avLst>
              <a:gd name="adj" fmla="val 34483"/>
            </a:avLst>
          </a:prstGeom>
          <a:solidFill>
            <a:srgbClr val="E6F3EF"/>
          </a:solidFill>
          <a:ln w="13970">
            <a:solidFill>
              <a:srgbClr val="2B877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496519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8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GUICritic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26480" y="573328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+ action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state transition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2816352" y="3931920"/>
            <a:ext cx="265176" cy="0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586984" y="3931920"/>
            <a:ext cx="265176" cy="0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348472" y="3931920"/>
            <a:ext cx="219456" cy="0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67928" y="2560320"/>
            <a:ext cx="0" cy="2761488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67928" y="2560320"/>
            <a:ext cx="256032" cy="0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567928" y="5321808"/>
            <a:ext cx="256032" cy="0"/>
          </a:xfrm>
          <a:prstGeom prst="line">
            <a:avLst/>
          </a:prstGeom>
          <a:noFill/>
          <a:ln w="22860">
            <a:solidFill>
              <a:srgbClr val="B95F55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869680" y="1554480"/>
            <a:ext cx="4251960" cy="2139696"/>
          </a:xfrm>
          <a:prstGeom prst="roundRect">
            <a:avLst>
              <a:gd name="adj" fmla="val 4274"/>
            </a:avLst>
          </a:prstGeom>
          <a:solidFill>
            <a:srgbClr val="F0F5FE"/>
          </a:solidFill>
          <a:ln w="13970">
            <a:solidFill>
              <a:srgbClr val="ADC7E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61704" y="1773936"/>
            <a:ext cx="292608" cy="292608"/>
          </a:xfrm>
          <a:prstGeom prst="ellipse">
            <a:avLst/>
          </a:prstGeom>
          <a:solidFill>
            <a:srgbClr val="376FA8"/>
          </a:solidFill>
          <a:ln w="12700">
            <a:solidFill>
              <a:srgbClr val="376F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61704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9454896" y="175564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candidates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9208008" y="2587752"/>
            <a:ext cx="82296" cy="82296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90304" y="2670048"/>
            <a:ext cx="164592" cy="-210312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0" y="2377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demonstrations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aligned evidence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9089136" y="31272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the intended step succeeded.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869680" y="3904488"/>
            <a:ext cx="4251960" cy="2642616"/>
          </a:xfrm>
          <a:prstGeom prst="roundRect">
            <a:avLst>
              <a:gd name="adj" fmla="val 3460"/>
            </a:avLst>
          </a:prstGeom>
          <a:solidFill>
            <a:srgbClr val="FFF6F3"/>
          </a:solidFill>
          <a:ln w="13970">
            <a:solidFill>
              <a:srgbClr val="E3BCB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61704" y="4123944"/>
            <a:ext cx="292608" cy="292608"/>
          </a:xfrm>
          <a:prstGeom prst="ellipse">
            <a:avLst/>
          </a:prstGeom>
          <a:solidFill>
            <a:srgbClr val="B95F55"/>
          </a:solidFill>
          <a:ln w="12700">
            <a:solidFill>
              <a:srgbClr val="B95F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61704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454896" y="410565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candidates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9098280" y="46817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state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9098280" y="4937760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Behind, incomplete, or already finished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9098280" y="522122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/ outcome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9098280" y="5477256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target, partial or imprecise result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9098280" y="57607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alignment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9098280" y="6016752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and action no longer match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13158216" y="2560320"/>
            <a:ext cx="256032" cy="0"/>
          </a:xfrm>
          <a:prstGeom prst="line">
            <a:avLst/>
          </a:prstGeom>
          <a:noFill/>
          <a:ln w="22860">
            <a:solidFill>
              <a:srgbClr val="376FA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3414248" y="2560320"/>
            <a:ext cx="0" cy="2761488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158216" y="5321808"/>
            <a:ext cx="256032" cy="0"/>
          </a:xfrm>
          <a:prstGeom prst="line">
            <a:avLst/>
          </a:prstGeom>
          <a:noFill/>
          <a:ln w="22860">
            <a:solidFill>
              <a:srgbClr val="B95F5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3414248" y="3931920"/>
            <a:ext cx="237744" cy="0"/>
          </a:xfrm>
          <a:prstGeom prst="line">
            <a:avLst/>
          </a:prstGeom>
          <a:noFill/>
          <a:ln w="22860">
            <a:solidFill>
              <a:srgbClr val="6376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3716000" y="1554480"/>
            <a:ext cx="2377440" cy="499262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3898880" y="1773936"/>
            <a:ext cx="292608" cy="292608"/>
          </a:xfrm>
          <a:prstGeom prst="ellipse">
            <a:avLst/>
          </a:prstGeom>
          <a:solidFill>
            <a:srgbClr val="376FA8"/>
          </a:solidFill>
          <a:ln w="12700">
            <a:solidFill>
              <a:srgbClr val="376FA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89888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14292072" y="1755648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assemble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13917168" y="249631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reasons with an MLLM.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 a human.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14054328" y="3566160"/>
            <a:ext cx="82296" cy="82296"/>
          </a:xfrm>
          <a:prstGeom prst="line">
            <a:avLst/>
          </a:prstGeom>
          <a:noFill/>
          <a:ln w="22860">
            <a:solidFill>
              <a:srgbClr val="2B877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4136624" y="3648456"/>
            <a:ext cx="164592" cy="-210312"/>
          </a:xfrm>
          <a:prstGeom prst="line">
            <a:avLst/>
          </a:prstGeom>
          <a:noFill/>
          <a:ln w="22860">
            <a:solidFill>
              <a:srgbClr val="2B877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4429232" y="336499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8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+ reason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14904720" y="3904488"/>
            <a:ext cx="0" cy="329184"/>
          </a:xfrm>
          <a:prstGeom prst="line">
            <a:avLst/>
          </a:prstGeom>
          <a:noFill/>
          <a:ln w="22860">
            <a:solidFill>
              <a:srgbClr val="2B877B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13917168" y="4425696"/>
            <a:ext cx="1975104" cy="1426464"/>
          </a:xfrm>
          <a:prstGeom prst="roundRect">
            <a:avLst>
              <a:gd name="adj" fmla="val 6410"/>
            </a:avLst>
          </a:prstGeom>
          <a:solidFill>
            <a:srgbClr val="EEF4FB"/>
          </a:solidFill>
          <a:ln w="13970">
            <a:solidFill>
              <a:srgbClr val="D6E0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4081760" y="4581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example</a:t>
            </a:r>
            <a:endParaRPr lang="en-US" sz="1700" dirty="0"/>
          </a:p>
        </p:txBody>
      </p:sp>
      <p:sp>
        <p:nvSpPr>
          <p:cNvPr id="94" name="Text 92"/>
          <p:cNvSpPr/>
          <p:nvPr/>
        </p:nvSpPr>
        <p:spPr>
          <a:xfrm>
            <a:off x="14081760" y="496519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· 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· reason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3917168" y="60350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dataset</a:t>
            </a:r>
            <a:endParaRPr lang="en-US" sz="1500" dirty="0"/>
          </a:p>
        </p:txBody>
      </p:sp>
      <p:sp>
        <p:nvSpPr>
          <p:cNvPr id="96" name="Text 94"/>
          <p:cNvSpPr/>
          <p:nvPr/>
        </p:nvSpPr>
        <p:spPr>
          <a:xfrm>
            <a:off x="365760" y="6821424"/>
            <a:ext cx="1572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design from research notes. Perturbations require re-evaluation: a changed or repeated action is not automatically a negative.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2026-09-20T08:18:39Z</dcterms:created>
  <dcterms:modified xsi:type="dcterms:W3CDTF">2026-09-20T08:18:39Z</dcterms:modified>
</cp:coreProperties>
</file>