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6629400"/>
  <p:notesSz cx="66294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389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3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what an agent can already execute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365760" y="813816"/>
            <a:ext cx="1389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2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demonstrations extend task coverage; controlled mistakes expose difficult critic judgments.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1536192"/>
            <a:ext cx="2487168" cy="357530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70992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7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Draft a plan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907792" y="3063240"/>
            <a:ext cx="246888" cy="0"/>
          </a:xfrm>
          <a:prstGeom prst="line">
            <a:avLst/>
          </a:prstGeom>
          <a:noFill/>
          <a:ln w="22860">
            <a:solidFill>
              <a:srgbClr val="8498A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18688" y="1536192"/>
            <a:ext cx="2487168" cy="357530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70992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6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Refine &amp; freeze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760720" y="3063240"/>
            <a:ext cx="246888" cy="0"/>
          </a:xfrm>
          <a:prstGeom prst="line">
            <a:avLst/>
          </a:prstGeom>
          <a:noFill/>
          <a:ln w="22860">
            <a:solidFill>
              <a:srgbClr val="8498A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71616" y="1536192"/>
            <a:ext cx="2487168" cy="357530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170992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8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Demonstrate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13648" y="3063240"/>
            <a:ext cx="246888" cy="0"/>
          </a:xfrm>
          <a:prstGeom prst="line">
            <a:avLst/>
          </a:prstGeom>
          <a:noFill/>
          <a:ln w="22860">
            <a:solidFill>
              <a:srgbClr val="8498A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924544" y="1536192"/>
            <a:ext cx="2487168" cy="357530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89136" y="170992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7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Perturb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1466576" y="3063240"/>
            <a:ext cx="246888" cy="0"/>
          </a:xfrm>
          <a:prstGeom prst="line">
            <a:avLst/>
          </a:prstGeom>
          <a:noFill/>
          <a:ln w="22860">
            <a:solidFill>
              <a:srgbClr val="8498A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1777472" y="1536192"/>
            <a:ext cx="2487168" cy="357530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942064" y="170992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7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Review &amp; package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2276856"/>
            <a:ext cx="2011680" cy="393192"/>
          </a:xfrm>
          <a:prstGeom prst="roundRect">
            <a:avLst>
              <a:gd name="adj" fmla="val 23256"/>
            </a:avLst>
          </a:prstGeom>
          <a:solidFill>
            <a:srgbClr val="EDF3F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304288"/>
            <a:ext cx="1792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7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+ initial screen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600200" y="2734056"/>
            <a:ext cx="0" cy="246888"/>
          </a:xfrm>
          <a:prstGeom prst="line">
            <a:avLst/>
          </a:prstGeom>
          <a:noFill/>
          <a:ln w="22860">
            <a:solidFill>
              <a:srgbClr val="3978B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95528" y="3035808"/>
            <a:ext cx="1600200" cy="612648"/>
          </a:xfrm>
          <a:prstGeom prst="roundRect">
            <a:avLst>
              <a:gd name="adj" fmla="val 14925"/>
            </a:avLst>
          </a:prstGeom>
          <a:solidFill>
            <a:srgbClr val="EDF3F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136392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7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MLLM draft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85216" y="397764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a procedure.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3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draft is not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3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47288" y="2267712"/>
            <a:ext cx="1764792" cy="347472"/>
          </a:xfrm>
          <a:prstGeom prst="roundRect">
            <a:avLst>
              <a:gd name="adj" fmla="val 26316"/>
            </a:avLst>
          </a:prstGeom>
          <a:solidFill>
            <a:srgbClr val="F0EC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8728" y="23134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High: milestone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529584" y="2633472"/>
            <a:ext cx="0" cy="182880"/>
          </a:xfrm>
          <a:prstGeom prst="line">
            <a:avLst/>
          </a:prstGeom>
          <a:noFill/>
          <a:ln w="22860">
            <a:solidFill>
              <a:srgbClr val="B7AB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02736" y="2734056"/>
            <a:ext cx="1764792" cy="347472"/>
          </a:xfrm>
          <a:prstGeom prst="roundRect">
            <a:avLst>
              <a:gd name="adj" fmla="val 26316"/>
            </a:avLst>
          </a:prstGeom>
          <a:solidFill>
            <a:srgbClr val="ECF3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94176" y="277977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Low: subtask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85032" y="3099816"/>
            <a:ext cx="0" cy="182880"/>
          </a:xfrm>
          <a:prstGeom prst="line">
            <a:avLst/>
          </a:prstGeom>
          <a:noFill/>
          <a:ln w="22860">
            <a:solidFill>
              <a:srgbClr val="B7AB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58184" y="3200400"/>
            <a:ext cx="1764792" cy="347472"/>
          </a:xfrm>
          <a:prstGeom prst="roundRect">
            <a:avLst>
              <a:gd name="adj" fmla="val 26316"/>
            </a:avLst>
          </a:prstGeom>
          <a:solidFill>
            <a:srgbClr val="E8F5E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9624" y="32461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Atomic: interaction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138928" y="3776472"/>
            <a:ext cx="91440" cy="91440"/>
          </a:xfrm>
          <a:prstGeom prst="line">
            <a:avLst/>
          </a:prstGeom>
          <a:noFill/>
          <a:ln w="22860">
            <a:solidFill>
              <a:srgbClr val="7062A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30368" y="3867912"/>
            <a:ext cx="182880" cy="-228600"/>
          </a:xfrm>
          <a:prstGeom prst="line">
            <a:avLst/>
          </a:prstGeom>
          <a:noFill/>
          <a:ln w="22860">
            <a:solidFill>
              <a:srgbClr val="7062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8144" y="402336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the sequence.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3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non-atomic steps.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3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all three levels.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373368" y="2340864"/>
            <a:ext cx="1874520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B3C7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19088" y="2514600"/>
            <a:ext cx="1783080" cy="0"/>
          </a:xfrm>
          <a:prstGeom prst="line">
            <a:avLst/>
          </a:prstGeom>
          <a:noFill/>
          <a:ln w="22860">
            <a:solidFill>
              <a:srgbClr val="869AA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64808" y="2409444"/>
            <a:ext cx="32004" cy="32004"/>
          </a:xfrm>
          <a:prstGeom prst="ellipse">
            <a:avLst/>
          </a:prstGeom>
          <a:solidFill>
            <a:srgbClr val="8B9EB0"/>
          </a:solidFill>
          <a:ln w="12700">
            <a:solidFill>
              <a:srgbClr val="8B9E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47104" y="2409444"/>
            <a:ext cx="32004" cy="32004"/>
          </a:xfrm>
          <a:prstGeom prst="ellipse">
            <a:avLst/>
          </a:prstGeom>
          <a:solidFill>
            <a:srgbClr val="8B9EB0"/>
          </a:solidFill>
          <a:ln w="12700">
            <a:solidFill>
              <a:srgbClr val="8B9E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29400" y="2409444"/>
            <a:ext cx="32004" cy="32004"/>
          </a:xfrm>
          <a:prstGeom prst="ellipse">
            <a:avLst/>
          </a:prstGeom>
          <a:solidFill>
            <a:srgbClr val="8B9EB0"/>
          </a:solidFill>
          <a:ln w="12700">
            <a:solidFill>
              <a:srgbClr val="8B9E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47104" y="2788920"/>
            <a:ext cx="1078992" cy="274320"/>
          </a:xfrm>
          <a:prstGeom prst="roundRect">
            <a:avLst>
              <a:gd name="adj" fmla="val 33333"/>
            </a:avLst>
          </a:prstGeom>
          <a:solidFill>
            <a:srgbClr val="EDF8F4"/>
          </a:solidFill>
          <a:ln w="12700">
            <a:solidFill>
              <a:srgbClr val="25857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38544" y="28163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8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GUICritic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 rot="8100000">
            <a:off x="7699248" y="3072384"/>
            <a:ext cx="219456" cy="329184"/>
          </a:xfrm>
          <a:prstGeom prst="chevron">
            <a:avLst/>
          </a:prstGeom>
          <a:solidFill>
            <a:srgbClr val="258575"/>
          </a:solidFill>
          <a:ln w="12700">
            <a:solidFill>
              <a:srgbClr val="2585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45936" y="3575304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8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→ action → after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91072" y="402336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one atomic step.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3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input events,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3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and video.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226296" y="2276856"/>
            <a:ext cx="1874520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B3C7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72016" y="2450592"/>
            <a:ext cx="1783080" cy="0"/>
          </a:xfrm>
          <a:prstGeom prst="line">
            <a:avLst/>
          </a:prstGeom>
          <a:noFill/>
          <a:ln w="22860">
            <a:solidFill>
              <a:srgbClr val="869AA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17736" y="2345436"/>
            <a:ext cx="32004" cy="32004"/>
          </a:xfrm>
          <a:prstGeom prst="ellipse">
            <a:avLst/>
          </a:prstGeom>
          <a:solidFill>
            <a:srgbClr val="8B9EB0"/>
          </a:solidFill>
          <a:ln w="12700">
            <a:solidFill>
              <a:srgbClr val="8B9EB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400032" y="2345436"/>
            <a:ext cx="32004" cy="32004"/>
          </a:xfrm>
          <a:prstGeom prst="ellipse">
            <a:avLst/>
          </a:prstGeom>
          <a:solidFill>
            <a:srgbClr val="8B9EB0"/>
          </a:solidFill>
          <a:ln w="12700">
            <a:solidFill>
              <a:srgbClr val="8B9EB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82328" y="2345436"/>
            <a:ext cx="32004" cy="32004"/>
          </a:xfrm>
          <a:prstGeom prst="ellipse">
            <a:avLst/>
          </a:prstGeom>
          <a:solidFill>
            <a:srgbClr val="8B9EB0"/>
          </a:solidFill>
          <a:ln w="12700">
            <a:solidFill>
              <a:srgbClr val="8B9EB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26880" y="25328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7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instruction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400032" y="2907792"/>
            <a:ext cx="594360" cy="237744"/>
          </a:xfrm>
          <a:prstGeom prst="roundRect">
            <a:avLst>
              <a:gd name="adj" fmla="val 38462"/>
            </a:avLst>
          </a:prstGeom>
          <a:solidFill>
            <a:srgbClr val="ECF6EF"/>
          </a:solidFill>
          <a:ln w="12700">
            <a:solidFill>
              <a:srgbClr val="25857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04704" y="2907792"/>
            <a:ext cx="594360" cy="237744"/>
          </a:xfrm>
          <a:prstGeom prst="roundRect">
            <a:avLst>
              <a:gd name="adj" fmla="val 38462"/>
            </a:avLst>
          </a:prstGeom>
          <a:solidFill>
            <a:srgbClr val="FBEDE8"/>
          </a:solidFill>
          <a:ln w="12700">
            <a:solidFill>
              <a:srgbClr val="B765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592056" y="3429000"/>
            <a:ext cx="91440" cy="91440"/>
          </a:xfrm>
          <a:prstGeom prst="line">
            <a:avLst/>
          </a:prstGeom>
          <a:noFill/>
          <a:ln w="22860">
            <a:solidFill>
              <a:srgbClr val="25857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683496" y="3520440"/>
            <a:ext cx="182880" cy="-228600"/>
          </a:xfrm>
          <a:prstGeom prst="line">
            <a:avLst/>
          </a:prstGeom>
          <a:noFill/>
          <a:ln w="22860">
            <a:solidFill>
              <a:srgbClr val="25857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387584" y="3264408"/>
            <a:ext cx="173736" cy="173736"/>
          </a:xfrm>
          <a:prstGeom prst="line">
            <a:avLst/>
          </a:prstGeom>
          <a:noFill/>
          <a:ln w="22860">
            <a:solidFill>
              <a:srgbClr val="B765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561320" y="3264408"/>
            <a:ext cx="-173736" cy="173736"/>
          </a:xfrm>
          <a:prstGeom prst="line">
            <a:avLst/>
          </a:prstGeom>
          <a:noFill/>
          <a:ln w="22860">
            <a:solidFill>
              <a:srgbClr val="B765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0" y="402336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the start state.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3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a deliberate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3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and record again.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12006072" y="2276856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EAF6E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2124944" y="2377440"/>
            <a:ext cx="1773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8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+ reason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12115800" y="3090672"/>
            <a:ext cx="1783080" cy="594360"/>
          </a:xfrm>
          <a:prstGeom prst="roundRect">
            <a:avLst>
              <a:gd name="adj" fmla="val 15385"/>
            </a:avLst>
          </a:prstGeom>
          <a:solidFill>
            <a:srgbClr val="EDF3F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2225528" y="3182112"/>
            <a:ext cx="1563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7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 examples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11996928" y="402336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observed outcomes.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3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plan, actions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3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visual evidence.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365760" y="5440680"/>
            <a:ext cx="9921240" cy="713232"/>
          </a:xfrm>
          <a:prstGeom prst="roundRect">
            <a:avLst>
              <a:gd name="adj" fmla="val 12821"/>
            </a:avLst>
          </a:prstGeom>
          <a:solidFill>
            <a:srgbClr val="EEF2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6928" y="5559552"/>
            <a:ext cx="9418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source: WorldGUI agent exploration → naturally occurring successes and failures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378440" y="5797296"/>
            <a:ext cx="2670048" cy="0"/>
          </a:xfrm>
          <a:prstGeom prst="line">
            <a:avLst/>
          </a:prstGeom>
          <a:noFill/>
          <a:ln w="22860">
            <a:solidFill>
              <a:srgbClr val="8498A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048488" y="5797296"/>
            <a:ext cx="0" cy="-566928"/>
          </a:xfrm>
          <a:prstGeom prst="line">
            <a:avLst/>
          </a:prstGeom>
          <a:noFill/>
          <a:ln w="22860">
            <a:solidFill>
              <a:srgbClr val="8498AD"/>
            </a:solidFill>
            <a:prstDash val="solid"/>
            <a:tailEnd type="triangle"/>
          </a:ln>
        </p:spPr>
      </p:sp>
      <p:sp>
        <p:nvSpPr>
          <p:cNvPr id="67" name="Text 65"/>
          <p:cNvSpPr/>
          <p:nvPr/>
        </p:nvSpPr>
        <p:spPr>
          <a:xfrm>
            <a:off x="365760" y="6345936"/>
            <a:ext cx="1389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Perturbation and final judgment are human-reviewed steps; a negative attempt is not automatically a failure label.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2026-09-20T08:01:26Z</dcterms:created>
  <dcterms:modified xsi:type="dcterms:W3CDTF">2026-09-20T08:01:26Z</dcterms:modified>
</cp:coreProperties>
</file>